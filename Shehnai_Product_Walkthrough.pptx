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FF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F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274320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F4F46"/>
                </a:solidFill>
                <a:latin typeface="Calibri"/>
              </a:defRPr>
            </a:pPr>
            <a:r>
              <a:t>Shehn.AI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74151"/>
                </a:solidFill>
                <a:latin typeface="Calibri"/>
              </a:defRPr>
            </a:pPr>
            <a:r>
              <a:t>AI-Powered Indian Wedding Planning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1097280" cy="36576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Reverse Marketplace  •  AI Blueprints  •  Multi-Agent Orchestration  •  Sealed Bidding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Product Walkthrough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4F4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46888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F5B"/>
                </a:solidFill>
                <a:latin typeface="Calibri"/>
              </a:defRPr>
            </a:pPr>
            <a:r>
              <a:t>₹6.5 Lakh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Indian Wedding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468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1 Crore+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Weddings Per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18872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₹39.5L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Per-Wedding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18872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188720"/>
            <a:ext cx="2468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371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6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Venue • Photo • Catering • Decor • Makeup • Music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60320"/>
            <a:ext cx="53035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530352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5B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Couples contact 30–50 vendors manually, no price transparency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Budget planning is guesswork — no per-category benchmarks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Vendors rely on referrals, no structured lead pipeline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No platform does AI planning + vendor matching + sealed bidding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60320"/>
            <a:ext cx="53035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560320"/>
            <a:ext cx="53035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D57"/>
                </a:solidFill>
                <a:latin typeface="Calibri"/>
              </a:defRPr>
            </a:pPr>
            <a:r>
              <a:t>Shehn.AI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54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AI generates complete wedding blueprint from preferences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Reverse marketplace: couple publishes, vendors bid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Sealed bids — couples see all quotes, vendors see bid count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  <a:latin typeface="Calibri"/>
              </a:rPr>
              <a:t>•  Category-specific structured pricing for apples-to-apples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Source: WedMeGood Annual Wedding Industry Report 2025-26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2/6</a:t>
            </a:r>
          </a:p>
        </p:txBody>
      </p:sp>
      <p:pic>
        <p:nvPicPr>
          <p:cNvPr id="30" name="Picture 29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82880"/>
            <a:ext cx="13716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4F4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5B"/>
                </a:solidFill>
                <a:latin typeface="Calibri"/>
              </a:defRPr>
            </a:pPr>
            <a:r>
              <a:t>Couple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02920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B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Set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391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Date, city, budget, guest count, theme,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41448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41448"/>
            <a:ext cx="502920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B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5328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AI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88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CrewAI agents generate budget, vendor specs, timeline, tips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91256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91256"/>
            <a:ext cx="502920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826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B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826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Review &amp; 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387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Edit allocations, then publish to vendor marketplace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41064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41064"/>
            <a:ext cx="502920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325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B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Compare Quotes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2885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Side-by-side vendor quotes with budget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90872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690872"/>
            <a:ext cx="502920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823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B"/>
                </a:solidFill>
                <a:latin typeface="Calibri"/>
              </a:defRPr>
            </a:pPr>
            <a:r>
              <a:t>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7823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Book &amp; 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0383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Message vendors, confirm bookings, manage RSVP +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4F46"/>
                </a:solidFill>
                <a:latin typeface="Calibri"/>
              </a:defRPr>
            </a:pPr>
            <a:r>
              <a:t>Vendor Journey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69164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691640"/>
            <a:ext cx="5029200" cy="4572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783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4F46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Register &amp; Get Approved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0391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Business profile, portfolio, services → admin approval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441448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441448"/>
            <a:ext cx="5029200" cy="4572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2532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4F46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5328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Browse Marketplace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2788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See published blueprints filtered to your category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191256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191256"/>
            <a:ext cx="5029200" cy="4572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826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4F46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2826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Submit Structured Quote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Category-specific pricing → auto-calculated total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941064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3941064"/>
            <a:ext cx="5029200" cy="4572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0325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4F46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0325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Negotiate &amp; Close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42885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In-app messaging, revise quotes, confirm booking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 Screens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Smart Planner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4028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4028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Blueprint Review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4904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Vendor Marketplace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5780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5780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Quote Dashboard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6656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In-App Messages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7532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2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RSVP Manager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84080" y="6172200"/>
            <a:ext cx="1417320" cy="411480"/>
          </a:xfrm>
          <a:prstGeom prst="roundRect">
            <a:avLst>
              <a:gd name="adj" fmla="val 8000"/>
            </a:avLst>
          </a:prstGeom>
          <a:solidFill>
            <a:srgbClr val="25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62362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Budget Tracker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3/6</a:t>
            </a:r>
          </a:p>
        </p:txBody>
      </p:sp>
      <p:pic>
        <p:nvPicPr>
          <p:cNvPr id="68" name="Picture 67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82880"/>
            <a:ext cx="13716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4F46"/>
                </a:solidFill>
                <a:latin typeface="Calibri"/>
              </a:defRPr>
            </a:pPr>
            <a:r>
              <a:t>Agentic AI: Multi-Agent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B"/>
                </a:solidFill>
                <a:latin typeface="Calibri"/>
              </a:defRPr>
            </a:pPr>
            <a:r>
              <a:t>Research Crew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5 Specialized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Venue Scout — location + capacity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04872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780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Catering Analyst — cuisine +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43784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Photo/Video Strategist — style + packages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82696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Decor Planner — theme + mandap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21608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Entertainment Curator — DJ/band/sangeet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18872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188720"/>
            <a:ext cx="3566160" cy="4572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353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4F46"/>
                </a:solidFill>
                <a:latin typeface="Calibri"/>
              </a:defRPr>
            </a:pPr>
            <a:r>
              <a:t>Planning Crew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66420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5 Specialized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965960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039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Budget Optimizer — category allocation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404872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4780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Timeline Architect — multi-day scheduling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843784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Vendor Matcher — preference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82696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355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Guest Logistics — RSVP + seating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721608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Culture Specialist — ritual integration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188720"/>
            <a:ext cx="35661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18872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353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Content Crew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66420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5 Specialized Agents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1965960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039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Blueprint Writer — full plan document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2404872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4780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Cost Analyzer — savings identification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2843784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Communication Drafter — vendor briefs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3282696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3558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Quality Reviewer — consistency check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3721608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Calibri"/>
              </a:defRPr>
            </a:pPr>
            <a:r>
              <a:t>Summary Generator — couple output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63440"/>
            <a:ext cx="1124712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4F46"/>
                </a:solidFill>
                <a:latin typeface="Calibri"/>
              </a:defRPr>
            </a:pPr>
            <a:r>
              <a:t>Orchestration Patterns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1663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▸  Sequential: Research → Planning → Content (blueprint gen)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394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▸  Parallel + Sequential: 5 research agents run concurrently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235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▸  Self-Correction: Quality reviewer triggers re-generation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852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▸  Two-Agent Collab: Budget Optimizer + Cost Analyzer iterate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4F46"/>
                </a:solidFill>
                <a:latin typeface="Calibri"/>
              </a:defRPr>
            </a:pPr>
            <a:r>
              <a:t>4-Tier AI Fallback</a:t>
            </a:r>
          </a:p>
        </p:txBody>
      </p:sp>
      <p:sp>
        <p:nvSpPr>
          <p:cNvPr id="53" name="Oval 52"/>
          <p:cNvSpPr/>
          <p:nvPr/>
        </p:nvSpPr>
        <p:spPr>
          <a:xfrm>
            <a:off x="6583680" y="524865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52120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CrewAI + Gemini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2120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Multi-agent orchestration (primary)</a:t>
            </a:r>
          </a:p>
        </p:txBody>
      </p:sp>
      <p:sp>
        <p:nvSpPr>
          <p:cNvPr id="56" name="Oval 55"/>
          <p:cNvSpPr/>
          <p:nvPr/>
        </p:nvSpPr>
        <p:spPr>
          <a:xfrm>
            <a:off x="6583680" y="552297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54864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Gemini Direct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486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Single-model generation (fallback 1)</a:t>
            </a:r>
          </a:p>
        </p:txBody>
      </p:sp>
      <p:sp>
        <p:nvSpPr>
          <p:cNvPr id="59" name="Oval 58"/>
          <p:cNvSpPr/>
          <p:nvPr/>
        </p:nvSpPr>
        <p:spPr>
          <a:xfrm>
            <a:off x="6583680" y="5797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80" y="57607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Ollama Local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5760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On-device LLM (fallback 2)</a:t>
            </a:r>
          </a:p>
        </p:txBody>
      </p:sp>
      <p:sp>
        <p:nvSpPr>
          <p:cNvPr id="62" name="Oval 61"/>
          <p:cNvSpPr/>
          <p:nvPr/>
        </p:nvSpPr>
        <p:spPr>
          <a:xfrm>
            <a:off x="6583680" y="607161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80" y="6035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6035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Rule-based templates (guaranteed)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4/6</a:t>
            </a:r>
          </a:p>
        </p:txBody>
      </p:sp>
      <p:pic>
        <p:nvPicPr>
          <p:cNvPr id="66" name="Picture 65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82880"/>
            <a:ext cx="13716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4F46"/>
                </a:solidFill>
                <a:latin typeface="Calibri"/>
              </a:defRPr>
            </a:pPr>
            <a:r>
              <a:t>Architecture &amp;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731520" cy="36576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5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00784"/>
            <a:ext cx="91440" cy="91440"/>
          </a:xfrm>
          <a:prstGeom prst="ellipse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459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React 18 + TypeScript + Tailwind CSS + Framer Motion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993392"/>
            <a:ext cx="91440" cy="91440"/>
          </a:xfrm>
          <a:prstGeom prst="ellipse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38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385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Zustand with localStorage persistence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286000"/>
            <a:ext cx="91440" cy="91440"/>
          </a:xfrm>
          <a:prstGeom prst="ellipse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311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FastAPI (Python) + in-memory data stores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78608"/>
            <a:ext cx="91440" cy="91440"/>
          </a:xfrm>
          <a:prstGeom prst="ellipse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5237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5237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CrewAI + Google Gemini + Anthropic Claude Haiku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87121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8163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163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NocoDB (Airtable-like, self-hosted)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163824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Vendor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108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Serper API for real-time vendor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20440"/>
            <a:ext cx="50292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4F46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1463040" cy="45720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24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React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11480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4114800"/>
            <a:ext cx="1463040" cy="4572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4224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411480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4114800"/>
            <a:ext cx="14630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224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160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A3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160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A3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React → Zustand Store → FastAPI REST → CrewAI Agents → Gemini/Claude → NocoDB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AI-Automated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6459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1645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Wedding Blueprint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Complete plan from 5 inputs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965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Budget Allocation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1965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Per-category splits — guest count + 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286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2286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Vendor Matching &amp;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2286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Style / budget / location match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606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Quote Total Estimation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Unit pricing × requirements auto-calc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926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2926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Timeline Generation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Multi-day event scheduling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Cost-Saving Recommendations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AI-identified savings per category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Smart Chat Planning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Natural language wedding assistant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886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RSVP Link Generation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3886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Unique invite codes with QR tracking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434840"/>
            <a:ext cx="50292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4F46"/>
                </a:solidFill>
                <a:latin typeface="Calibri"/>
              </a:defRPr>
            </a:pPr>
            <a:r>
              <a:t>3 Role-Based Experiences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9377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6F5B"/>
                </a:solidFill>
                <a:latin typeface="Calibri"/>
              </a:defRPr>
            </a:pPr>
            <a:r>
              <a:t>Couple: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4937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13 screens — preferences, blueprint, quotes, messages, RSVP, budget, AI chat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1663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F4F46"/>
                </a:solidFill>
                <a:latin typeface="Calibri"/>
              </a:defRPr>
            </a:pPr>
            <a:r>
              <a:t>Vendor: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51663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5 screens — register, marketplace, quote form, inbox, profile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3949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Admin: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53949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2 screens — vendor approvals, user management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5/6</a:t>
            </a:r>
          </a:p>
        </p:txBody>
      </p:sp>
      <p:pic>
        <p:nvPicPr>
          <p:cNvPr id="71" name="Picture 70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82880"/>
            <a:ext cx="13716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FF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F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335280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1945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F4F46"/>
                </a:solidFill>
                <a:latin typeface="Calibri"/>
              </a:defRPr>
            </a:pPr>
            <a:r>
              <a:t>Shehn.AI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B5563"/>
                </a:solidFill>
                <a:latin typeface="Calibri"/>
              </a:defRPr>
            </a:pPr>
            <a:r>
              <a:t>AI-Powered Wedding Planning for Every Indian Celebration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3566160"/>
            <a:ext cx="1554480" cy="36576"/>
          </a:xfrm>
          <a:prstGeom prst="rect">
            <a:avLst/>
          </a:prstGeom>
          <a:solidFill>
            <a:srgbClr val="E8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4F46"/>
                </a:solidFill>
                <a:latin typeface="Calibri"/>
              </a:defRPr>
            </a:pPr>
            <a:r>
              <a:t>₹6.5L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4F46"/>
                </a:solidFill>
                <a:latin typeface="Calibri"/>
              </a:defRPr>
            </a:pPr>
            <a:r>
              <a:t>15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CrewAI Crews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4F46"/>
                </a:solidFill>
                <a:latin typeface="Calibri"/>
              </a:defRPr>
            </a:pPr>
            <a:r>
              <a:t>6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Structured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F4F46"/>
                </a:solidFill>
                <a:latin typeface="Calibri"/>
              </a:defRPr>
            </a:pPr>
            <a:r>
              <a:t>3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Couple • Vendor •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Reverse Marketplace  •  Agentic AI  •  Sealed Bidding  •  End-to-End Automation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F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473952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Built with CrewAI + Gemini + Claude + React +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alibri"/>
              </a:defRPr>
            </a:pPr>
            <a:r>
              <a:t>6/6</a:t>
            </a:r>
          </a:p>
        </p:txBody>
      </p:sp>
      <p:pic>
        <p:nvPicPr>
          <p:cNvPr id="20" name="Picture 19" descr="shehna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82880"/>
            <a:ext cx="137160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